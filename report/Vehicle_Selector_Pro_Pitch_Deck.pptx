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 brake pad or wiper blade only fits an exact Year / Make / Model / Trim / Engine (YMMTE) — compatibility is the whole sale.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Wrong-fit means wrong parts, angry customers, and costly returns. Merchants either bury the data in dense tables or hard-code rules per product.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Commercial fitment feeds lock merchants into contracts and ongoing per-part fees.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Verdict: fitment data is kept in silos, rots quickly, and never pays for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One dataset, synced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Fitments are entered once into a normalized multi-tenant cache, then pushed to Shopify metafields automatically.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Customers pick Year → Make → Model → Trim → Engine behind an HMAC-signed App Proxy and only ever see parts that fit.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 render their own Guaranteed Exact / Does NOT Fit / Universal Fit badge.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Merchants manage everything from a Polaris admin — no per-part fees, no brittle scripts, no vendor lock-in.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WHY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Shopper selects Year → Make → Model → Trim → Engine; each request is HMAC-verified by the App Proxy.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local PostgreSQL cache answers instantly — the storefront never waits on Shopify.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Synced fitments are written to custom.vehicle_fitment via GraphQL metafieldsSet in batches of 25.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pages, collection filters, and the My Garage feature all stay perfectly in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to convert and to administer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Storefront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Cascading Y/M/M/T/E widget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Exact / No-fit / Universal badges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My Garage (saved vehicles)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Mobile-first, theme-friendly widget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Merchant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Fitment matrix &amp; vehicle library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Bulk CSV import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Metafield sync monitor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Widget theming &amp;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Three clean layers, zero ScriptTag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STOREFRONT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shoppers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Cascading selector</a:t>
            </a:r>
          </a:p>
        </p:txBody>
      </p:sp>
      <p:pic>
        <p:nvPicPr>
          <p:cNvPr id="8" name="Picture 7" descr="07_storefront_col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Filtered collection</a:t>
            </a:r>
          </a:p>
        </p:txBody>
      </p:sp>
      <p:pic>
        <p:nvPicPr>
          <p:cNvPr id="10" name="Picture 9" descr="08_storefront_pd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badge on PDP</a:t>
            </a:r>
          </a:p>
        </p:txBody>
      </p:sp>
      <p:pic>
        <p:nvPicPr>
          <p:cNvPr id="12" name="Picture 11" descr="09_storefront_ga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My Garage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MERCHANT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merchants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Command center</a:t>
            </a:r>
          </a:p>
        </p:txBody>
      </p:sp>
      <p:pic>
        <p:nvPicPr>
          <p:cNvPr id="8" name="Picture 7" descr="03_fitment_r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matrix</a:t>
            </a:r>
          </a:p>
        </p:txBody>
      </p:sp>
      <p:pic>
        <p:nvPicPr>
          <p:cNvPr id="10" name="Picture 9" descr="06_bulk_im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Bulk import</a:t>
            </a:r>
          </a:p>
        </p:txBody>
      </p:sp>
      <p:pic>
        <p:nvPicPr>
          <p:cNvPr id="12" name="Picture 11" descr="10_admin_sy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Sync monitor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TRUST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Safe, multi-tenant, App-Store ready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Standard OAuth 2.0 with encrypted tokens and per-shop data isolation.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HMAC-SHA256 verification on every App Proxy and webhook request (constant-time).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rack-attack throttling and CSP frame-ancestors locked to myshopify.com.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Full GDPR coverage: data-request, redact, and shop/redact handlers plus a public privacy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Engineering-grade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Rails 7.1 · Ruby 3.2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PostgreSQL cache · SQLite dev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Polaris · ERB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Shopify &amp;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shopify_app 22 · GraphQL API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Theme App Extension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Sidekiq 7 + Redis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4148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RSpec 7 · FactoryBot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RuboCop · Bullet · CI on push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Auto-deploy to Fly.io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Deploy &amp; install on your own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Create the app in Shopify Partners — copy the API key &amp; secret, set the app and redirect URLs.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Deploy the Rails app to Fly.io / Render with PostgreSQL, Redis and Sidekiq; boot with rails db:prepare.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Register the App Proxy subpath /apps/vehicle-selector, then install on the store via OAuth (webhooks auto-register).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Create the one-time custom.vehicle_fitment metafield definition in Admin (Product, JSON, Public read).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Drop in the Theme App Extension blocks (vehicle selector + fitment badge) and publish the theme.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Bulk-import fitments, run the sync, verify PDP badges &amp; filters, and go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foundation built to grow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Shopify Billing API for recurring and one-time plans.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Supersession &amp; OE-number matching for a richer part engine.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 confidence scoring and smarter universal/exact priority.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White-label theming, translations, and merchant analytics.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at the ceiling of a 2018 ultrabook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entire project — Rails app, Shopify integration, storefront, diagrams, this deck, and both demo videos — was produced on one machine.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ASUS ZenBook UX433FA · Intel Core i7-8565U @ 1.80 GHz · 16 GB RAM.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Intel UHD 620 integrated graphics only — no GPU, no cluster; every frame of both demo videos was rendered on the CPU.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output was capped by tooling, not ambition. Given a real workstation, a GPU, and paid frontier models, the same foundation leaps a level.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Free tools, minimal hardware — maximum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058400" cy="27432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82A2E"/>
                </a:solidFill>
                <a:latin typeface="Calibri"/>
              </a:rPr>
              <a:t>No paid AI models, APIs, or commercial tooling were used anywhere — and the whole result was built and rendered on a 15-watt 2018 ultrabook with no GPU. Both are deliberate. They prove what free tooling on minimal local compute already achieves, and set up a fast leap forward: with proper hardware and paid frontier models, the ceiling lifts dramatically.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SEE IT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Watch the three narrated walkthroughs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Live application — &lt;a href='https://ai-dev-2024.github.io/vehicle-selector-pro/demo/vehicle-selector-pro-live.mp4'&gt;&lt;font color='#E04B33'&gt;&lt;b&gt;watch the real deployment&lt;/b&gt;&lt;/font&gt;&lt;/a&gt; · 2:25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Merchant command center — &lt;a href='https://ai-dev-2024.github.io/vehicle-selector-pro/demo/vehicle-selector-pro-merchant.mp4'&gt;&lt;font color='#E04B33'&gt;&lt;b&gt;watch&lt;/b&gt;&lt;/font&gt;&lt;/a&gt; · 2:34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Shopper experience — &lt;a href='https://ai-dev-2024.github.io/vehicle-selector-pro/demo/vehicle-selector-pro-shopper.mp4'&gt;&lt;font color='#E04B33'&gt;&lt;b&gt;watch&lt;/b&gt;&lt;/font&gt;&lt;/a&gt; · 2:44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Let's take the next step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5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