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005840"/>
            <a:ext cx="54864" cy="3291840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234440"/>
            <a:ext cx="8229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PITCH DECK  ·  CLIENT 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1828800"/>
            <a:ext cx="10058400" cy="10972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4400" b="1">
                <a:solidFill>
                  <a:srgbClr val="282A2E"/>
                </a:solidFill>
                <a:latin typeface="Calibri"/>
              </a:rPr>
              <a:t>Vehicle Selector Pro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2880360"/>
            <a:ext cx="96012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900" b="0">
                <a:solidFill>
                  <a:srgbClr val="282A2E"/>
                </a:solidFill>
                <a:latin typeface="Calibri"/>
              </a:rPr>
              <a:t>A Production-Grade Shopify App for Vehicle Fitment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3840480"/>
            <a:ext cx="2926080" cy="54864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1148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100" b="0">
                <a:solidFill>
                  <a:srgbClr val="6E6E6E"/>
                </a:solidFill>
                <a:latin typeface="Calibri"/>
              </a:rPr>
              <a:t>CLIENT DELIVERABLE  ·  AUGUST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Live demo:  https://vehicle-selector-pro.fly.dev/demo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Merchant admin:  https://vehicle-selector-pro.fly.dev/demo/admin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04B33"/>
                </a:solidFill>
                <a:latin typeface="Calibri"/>
              </a:rPr>
              <a:t>Repository:  https://github.com/ai-dev-2024/vehicle-selector-pro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Aftermarket parts sell badly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 brake pad or wiper blade only fits an exact Year / Make / Model / Trim / Engine (YMMTE) — compatibility is the whole sale.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Wrong-fit means wrong parts, angry customers, and costly returns. Merchants either bury the data in dense tables or hard-code rules per product.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Commercial fitment feeds lock merchants into contracts and ongoing per-part fees.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Verdict: fitment data is kept in silos, rots quickly, and never pays for itself.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One dataset, synced everywhere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Fitments are entered once into a normalized multi-tenant cache, then pushed to Shopify metafields automatically.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Customers pick Year → Make → Model → Trim → Engine behind an HMAC-signed App Proxy and only ever see parts that fit.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 render their own Guaranteed Exact / Does NOT Fit / Universal Fit badge.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Merchants manage everything from a Polaris admin — no per-part fees, no brittle scripts, no vendor lock-in.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WHY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real, browsable demo catalog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YMMTE configurations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432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32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verified fitments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1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1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mapped products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01099" y="2651760"/>
            <a:ext cx="2354579" cy="219456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E04B33"/>
                </a:solidFill>
                <a:latin typeface="Calibri"/>
              </a:rPr>
              <a:t>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01099" y="4206240"/>
            <a:ext cx="2354579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300" b="0">
                <a:solidFill>
                  <a:srgbClr val="282A2E"/>
                </a:solidFill>
                <a:latin typeface="Calibri"/>
              </a:rPr>
              <a:t>brands represented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cascading fitment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selects Year → Make → Model → Trim → Engine; each request is HMAC-verified by the App Proxy.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local PostgreSQL cache answers instantly — the storefront never waits on Shopify.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Synced fitments are written to custom.vehicle_fitment via GraphQL metafieldsSet in batches of 25.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Product pages, collection filters, and the My Garage feature all stay perfectly in sync.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to convert and to administer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Storefront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Cascading Y/M/M/T/E widget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Exact / No-fit / Universal badges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My Garage (saved vehicles)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Mobile-first, theme-friendly widget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Merchant 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Fitment matrix &amp; vehicle library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Bulk CSV import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Metafield sync monitor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Widget theming &amp; settings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Three clean layers, zero ScriptTag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Storefront</a:t>
            </a:r>
          </a:p>
        </p:txBody>
      </p:sp>
      <p:sp>
        <p:nvSpPr>
          <p:cNvPr id="7" name="Rectangle 6"/>
          <p:cNvSpPr/>
          <p:nvPr/>
        </p:nvSpPr>
        <p:spPr>
          <a:xfrm>
            <a:off x="2093976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App Proxy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9352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Controllers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824728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Sidekiq/Redis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90104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55480" y="3108960"/>
            <a:ext cx="1371600" cy="13716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82A2E"/>
                </a:solidFill>
                <a:latin typeface="Calibri"/>
              </a:rPr>
              <a:t>GraphQL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6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300" b="0">
                <a:solidFill>
                  <a:srgbClr val="6E6E6E"/>
                </a:solidFill>
                <a:latin typeface="Calibri"/>
              </a:rPr>
              <a:t>Zero ScriptTag API — pure Theme App Extension, signed App Proxy, safe webhooks.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STOREFRONT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shoppers see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4_storefron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Cascading selector</a:t>
            </a:r>
          </a:p>
        </p:txBody>
      </p:sp>
      <p:pic>
        <p:nvPicPr>
          <p:cNvPr id="8" name="Picture 7" descr="07_storefront_coll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Filtered collection</a:t>
            </a:r>
          </a:p>
        </p:txBody>
      </p:sp>
      <p:pic>
        <p:nvPicPr>
          <p:cNvPr id="10" name="Picture 9" descr="08_storefront_pd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badge on PDP</a:t>
            </a:r>
          </a:p>
        </p:txBody>
      </p:sp>
      <p:pic>
        <p:nvPicPr>
          <p:cNvPr id="12" name="Picture 11" descr="09_storefront_ga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My Garage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PRODUCT · MERCHANT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What merchants 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pic>
        <p:nvPicPr>
          <p:cNvPr id="6" name="Picture 5" descr="01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03120"/>
            <a:ext cx="2217420" cy="124729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1440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Command center</a:t>
            </a:r>
          </a:p>
        </p:txBody>
      </p:sp>
      <p:pic>
        <p:nvPicPr>
          <p:cNvPr id="8" name="Picture 7" descr="03_fitment_ru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1860" y="2103120"/>
            <a:ext cx="2217420" cy="124729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451860" y="336870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Fitment matrix</a:t>
            </a:r>
          </a:p>
        </p:txBody>
      </p:sp>
      <p:pic>
        <p:nvPicPr>
          <p:cNvPr id="10" name="Picture 9" descr="06_bulk_im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06240"/>
            <a:ext cx="2217420" cy="124729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440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Bulk import</a:t>
            </a:r>
          </a:p>
        </p:txBody>
      </p:sp>
      <p:pic>
        <p:nvPicPr>
          <p:cNvPr id="12" name="Picture 11" descr="10_admin_syn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860" y="4206240"/>
            <a:ext cx="2217420" cy="124729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451860" y="5471826"/>
            <a:ext cx="221742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1000" b="0">
                <a:solidFill>
                  <a:srgbClr val="6E6E6E"/>
                </a:solidFill>
                <a:latin typeface="Calibri"/>
              </a:rPr>
              <a:t>Sync monitor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TRUST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Safe, multi-tenant, App-Store ready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Standard OAuth 2.0 with encrypted tokens and per-shop data isolation.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HMAC-SHA256 verification on every App Proxy and webhook request (constant-time).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rack-attack throttling and CSP frame-ancestors locked to myshopify.com.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Full GDPR coverage: data-request, redact, and shop/redact handlers plus a public privacy policy.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Engineering-grade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Rails 7.1 · Ruby 3.2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PostgreSQL cache · SQLite dev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Polaris · ERB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Shopify &amp; jobs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shopify_app 22 · GraphQL API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Theme App Extension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Sidekiq 7 + Redis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612880" y="2194560"/>
            <a:ext cx="4892040" cy="384048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800" b="1">
                <a:solidFill>
                  <a:srgbClr val="E04B33"/>
                </a:solidFill>
                <a:latin typeface="Calibri"/>
              </a:rPr>
              <a:t>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41480" y="2834639"/>
            <a:ext cx="44348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RSpec 7 · FactoryBot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RuboCop · Bullet · CI on push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282A2E"/>
                </a:solidFill>
                <a:latin typeface="Calibri"/>
              </a:rPr>
              <a:t>▪  Auto-deploy to Fly.io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Deploy &amp; install on your own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app in Shopify Partners — copy the API key &amp; secret, set the app and redirect URLs.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Deploy the Rails app to Fly.io / Render with PostgreSQL, Redis and Sidekiq; boot with rails db:prepare.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Register the App Proxy subpath /apps/vehicle-selector, then install on the store via OAuth (webhooks auto-register).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Create the one-time custom.vehicle_fitment metafield definition in Admin (Product, JSON, Public read).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Drop in the Theme App Extension blocks (vehicle selector + fitment badge) and publish the theme.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Bulk-import fitments, run the sync, verify PDP badges &amp; filters, and go live.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A foundation built to grow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Shopify Billing API for recurring and one-time plans.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Supersession &amp; OE-number matching for a richer part engine.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Fitment confidence scoring and smarter universal/exact priority.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White-label theming, translations, and merchant analytics.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Built at the ceiling of a 2018 ultrabook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entire project — Rails app, Shopify integration, storefront, diagrams, this deck, and both demo videos — was produced on one machine.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ASUS ZenBook UX433FA · Intel Core i7-8565U @ 1.80 GHz · 16 GB RAM.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Intel UHD 620 integrated graphics only — no GPU, no cluster; every frame of both demo videos was rendered on the CPU.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The output was capped by tooling, not ambition. Given a real workstation, a GPU, and paid frontier models, the same foundation leaps a level.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BUILD · PROVENANCE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Free tools, minimal hardware — maximum headroom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058400" cy="2743200"/>
          </a:xfrm>
          <a:prstGeom prst="rect">
            <a:avLst/>
          </a:prstGeom>
          <a:solidFill>
            <a:srgbClr val="FBEEE9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82A2E"/>
                </a:solidFill>
                <a:latin typeface="Calibri"/>
              </a:rPr>
              <a:t>No paid AI models, APIs, or commercial tooling were used anywhere — and the whole result was built and rendered on a 15-watt 2018 ultrabook with no GPU. Both are deliberate. They prove what free tooling on minimal local compute already achieves, and set up a fast leap forward: with proper hardware and paid frontier models, the ceiling lifts dramatically.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SEE IT LIVE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Watch the three narrated walkthroughs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241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Live application — &lt;a href='https://ai-dev-2024.github.io/vehicle-selector-pro/demo/vehicle-selector-pro-live.mp4'&gt;&lt;font color='#E04B33'&gt;&lt;b&gt;watch the real deployment&lt;/b&gt;&lt;/font&gt;&lt;/a&gt; · 1:27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Merchant command center — &lt;a href='https://ai-dev-2024.github.io/vehicle-selector-pro/demo/vehicle-selector-pro-merchant.mp4'&gt;&lt;font color='#E04B33'&gt;&lt;b&gt;watch&lt;/b&gt;&lt;/font&gt;&lt;/a&gt; · 2:09</a:t>
            </a:r>
          </a:p>
          <a:p>
            <a:pPr>
              <a:lnSpc>
                <a:spcPct val="190000"/>
              </a:lnSpc>
              <a:spcAft>
                <a:spcPts val="760"/>
              </a:spcAft>
            </a:pPr>
            <a:r>
              <a:rPr sz="1500" b="1">
                <a:solidFill>
                  <a:srgbClr val="E04B33"/>
                </a:solidFill>
              </a:rPr>
              <a:t>▪  </a:t>
            </a:r>
            <a:r>
              <a:rPr sz="1500">
                <a:solidFill>
                  <a:srgbClr val="282A2E"/>
                </a:solidFill>
                <a:latin typeface="Calibri"/>
              </a:rPr>
              <a:t>Shopper experience — &lt;a href='https://ai-dev-2024.github.io/vehicle-selector-pro/demo/vehicle-selector-pro-shopper.mp4'&gt;&lt;font color='#E04B33'&gt;&lt;b&gt;watch&lt;/b&gt;&lt;/font&gt;&lt;/a&gt; · 2:21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548640"/>
            <a:ext cx="5486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1">
                <a:solidFill>
                  <a:srgbClr val="E04B33"/>
                </a:solidFill>
                <a:latin typeface="Calibri"/>
              </a:rPr>
              <a:t>READY WHEN YOU 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914400"/>
            <a:ext cx="105156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2800" b="1">
                <a:solidFill>
                  <a:srgbClr val="282A2E"/>
                </a:solidFill>
                <a:latin typeface="Calibri"/>
              </a:rPr>
              <a:t>Let's take the next step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27432"/>
          </a:xfrm>
          <a:prstGeom prst="rect">
            <a:avLst/>
          </a:prstGeom>
          <a:solidFill>
            <a:srgbClr val="E04B33"/>
          </a:solidFill>
          <a:ln>
            <a:solidFill>
              <a:srgbClr val="E04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400" b="0">
                <a:solidFill>
                  <a:srgbClr val="282A2E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560320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1460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Try the live demo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29183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24612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Explore the merchant admin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023359"/>
            <a:ext cx="365760" cy="365760"/>
          </a:xfrm>
          <a:prstGeom prst="rect">
            <a:avLst/>
          </a:prstGeom>
          <a:solidFill>
            <a:srgbClr val="E04B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77639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600" b="1">
                <a:solidFill>
                  <a:srgbClr val="282A2E"/>
                </a:solidFill>
                <a:latin typeface="Calibri"/>
              </a:rPr>
              <a:t>Open the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37759"/>
            <a:ext cx="100584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200" b="0">
                <a:solidFill>
                  <a:srgbClr val="6E6E6E"/>
                </a:solidFill>
                <a:latin typeface="Calibri"/>
              </a:rPr>
              <a:t>Both the live storefront and merchant admin are running right now.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