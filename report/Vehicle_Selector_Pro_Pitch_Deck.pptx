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05840"/>
            <a:ext cx="54864" cy="3291840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8229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PITCH DECK  ·  CLIENT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4400" b="1">
                <a:solidFill>
                  <a:srgbClr val="282A2E"/>
                </a:solidFill>
                <a:latin typeface="Calibri"/>
              </a:rPr>
              <a:t>Vehicle Selector Pro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900" b="0">
                <a:solidFill>
                  <a:srgbClr val="282A2E"/>
                </a:solidFill>
                <a:latin typeface="Calibri"/>
              </a:rPr>
              <a:t>A Production-Grade Shopify App for Vehicle Fitment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840480"/>
            <a:ext cx="2926080" cy="54864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CLIENT DELIVERABLE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Live demo:  https://vehicle-selector-pro.fly.dev/demo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Merchant admin:  https://vehicle-selector-pro.fly.dev/demo/admin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Repository:  https://github.com/ai-dev-2024/vehicle-selector-pro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Aftermarket parts sell badly online — compatibility is the whole sale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E6E6E"/>
                </a:solidFill>
                <a:latin typeface="Calibri"/>
              </a:rPr>
              <a:t>A brake pad or wiper blade only fits an exact Year / Make / Model / Trim / Engine. Wrong-fit means wrong parts, angry customers, and costly returns — so fitment data becomes the product.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Dense compatibility tables bury the answer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Per-product manual rules rot and cost hours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Paid fitment feeds lock merchants into contracts</a:t>
            </a:r>
          </a:p>
        </p:txBody>
      </p:sp>
      <p:pic>
        <p:nvPicPr>
          <p:cNvPr id="8" name="Picture 7" descr="04_storefro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57600"/>
            <a:ext cx="2217420" cy="1247298"/>
          </a:xfrm>
          <a:prstGeom prst="rect">
            <a:avLst/>
          </a:prstGeom>
        </p:spPr>
      </p:pic>
      <p:pic>
        <p:nvPicPr>
          <p:cNvPr id="9" name="Picture 8" descr="01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3657600"/>
            <a:ext cx="2217420" cy="12472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SOLUTION · ONE DATASET, SYNCED EVERYWHERE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real, browsable demo catalog already in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YMMTE configurations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32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204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32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verified fitments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1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mapped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010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10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brands represented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778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Calibri"/>
              </a:rPr>
              <a:t>Fitments entered once into a normalized cache, pushed to Shopify metafields, and served to shoppers behind an HMAC-signed App Proxy — Guaranteed Exact / Does-NOT-Fit / Universal badges on every product page.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cascading fitment engine, engineered for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Storefront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93976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App Proxy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9352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Controllers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4728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Sidekiq/Redis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0104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GraphQL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6E6E6E"/>
                </a:solidFill>
                <a:latin typeface="Calibri"/>
              </a:rPr>
              <a:t>Zero ScriptTag API — pure Theme App Extension, signed App Proxy, safe webhooks.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READY WHEN YOU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See it live — watch it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Try the live storefront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3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Explore the merchant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02335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Open the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5487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70915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Watch the two narrated walkthroughs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69279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Both the live storefront and merchant admin are running right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