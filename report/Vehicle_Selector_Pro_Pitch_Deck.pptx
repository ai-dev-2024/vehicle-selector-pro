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Live demo:  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Merchant admin:  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Repository:  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 — compatibility is the whole sale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E6E6E"/>
                </a:solidFill>
                <a:latin typeface="Calibri"/>
              </a:rPr>
              <a:t>A brake pad or wiper blade only fits an exact Year / Make / Model / Trim / Engine. Wrong-fit means wrong parts, angry customers, and costly returns — so fitment data becomes the product.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Dense compatibility tables bury the answer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Per-product manual rules rot and cost hours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200" b="1">
                <a:solidFill>
                  <a:srgbClr val="E04B33"/>
                </a:solidFill>
              </a:rPr>
              <a:t>▪  </a:t>
            </a:r>
            <a:r>
              <a:rPr sz="1200">
                <a:solidFill>
                  <a:srgbClr val="282A2E"/>
                </a:solidFill>
                <a:latin typeface="Calibri"/>
              </a:rPr>
              <a:t>Paid fitment feeds lock merchants into contracts</a:t>
            </a:r>
          </a:p>
        </p:txBody>
      </p:sp>
      <p:pic>
        <p:nvPicPr>
          <p:cNvPr id="8" name="Picture 7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57600"/>
            <a:ext cx="2217420" cy="1247298"/>
          </a:xfrm>
          <a:prstGeom prst="rect">
            <a:avLst/>
          </a:prstGeom>
        </p:spPr>
      </p:pic>
      <p:pic>
        <p:nvPicPr>
          <p:cNvPr id="9" name="Picture 8" descr="08_storefront_pd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3657600"/>
            <a:ext cx="2217420" cy="1247298"/>
          </a:xfrm>
          <a:prstGeom prst="rect">
            <a:avLst/>
          </a:prstGeom>
        </p:spPr>
      </p:pic>
      <p:pic>
        <p:nvPicPr>
          <p:cNvPr id="10" name="Picture 9" descr="03_fitment_ru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120640"/>
            <a:ext cx="2217420" cy="1247298"/>
          </a:xfrm>
          <a:prstGeom prst="rect">
            <a:avLst/>
          </a:prstGeom>
        </p:spPr>
      </p:pic>
      <p:pic>
        <p:nvPicPr>
          <p:cNvPr id="11" name="Picture 10" descr="01_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5120640"/>
            <a:ext cx="2217420" cy="12472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 · ONE DATASET, SYNCED EVERYWHERE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 already in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Calibri"/>
              </a:rPr>
              <a:t>Fitments entered once into a normalized cache, pushed to Shopify metafields, and served to shoppers behind an HMAC-signed App Proxy — Guaranteed Exact / Does-NOT-Fit / Universal badges on every product page.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engine, engineered for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See it live — watch it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Try the live storefront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7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70915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Watch the three narrated walkthroughs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927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