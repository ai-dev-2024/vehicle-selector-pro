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05840"/>
            <a:ext cx="54864" cy="3291840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8229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PITCH DECK  ·  CLIENT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4400" b="1">
                <a:solidFill>
                  <a:srgbClr val="282A2E"/>
                </a:solidFill>
                <a:latin typeface="Calibri"/>
              </a:rPr>
              <a:t>Vehicle Selector Pro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900" b="0">
                <a:solidFill>
                  <a:srgbClr val="282A2E"/>
                </a:solidFill>
                <a:latin typeface="Calibri"/>
              </a:rPr>
              <a:t>A Production-Grade Shopify App for Vehicle Fitment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840480"/>
            <a:ext cx="2926080" cy="54864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CLIENT DELIVERABLE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Live demo:  https://vehicle-selector-pro.fly.dev/demo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Merchant admin:  https://vehicle-selector-pro.fly.dev/demo/admin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Repository:  https://github.com/ai-dev-2024/vehicle-selector-pro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Aftermarket parts sell badly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A brake pad or wiper blade only fits an exact Year / Make / Model / Trim / Engine (YMMTE) — compatibility is the whole sale.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Wrong-fit means wrong parts, angry customers, and costly returns. Merchants either bury the data in dense tables or hard-code rules per product.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Commercial fitment feeds lock merchants into contracts and ongoing per-part fees.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Verdict: fitment data is kept in silos, rots quickly, and never pays for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One dataset, synced everywhere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Fitments are entered once into a normalized multi-tenant cache, then pushed to Shopify metafields automatically.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Customers pick Year → Make → Model → Trim → Engine behind an HMAC-signed App Proxy and only ever see parts that fit.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Product pages render their own Guaranteed Exact / Does NOT Fit / Universal Fit badge.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Merchants manage everything from a Polaris admin — no per-part fees, no brittle scripts, no vendor lock-in.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WHY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real, browsable demo catalog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YMMTE configurations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32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204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32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verified fitments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1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mapped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010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10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brands represented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cascading fitment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Shopper selects Year → Make → Model → Trim → Engine; each request is HMAC-verified by the App Proxy.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local PostgreSQL cache answers instantly — the storefront never waits on Shopify.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Synced fitments are written to custom.vehicle_fitment via GraphQL metafieldsSet in batches of 25.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Product pages, collection filters, and the My Garage feature all stay perfectly in sync.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Built to convert and to administer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Storefront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Cascading Y/M/M/T/E widget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Exact / No-fit / Universal badges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My Garage (saved vehicles)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Mobile-first, theme-friendly widget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Merchant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Fitment matrix &amp; vehicle library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Bulk CSV import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Metafield sync monitor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Widget theming &amp; settings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Three clean layers, zero ScriptTag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Storefront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93976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App Proxy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9352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Controllers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4728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Sidekiq/Redis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0104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GraphQL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6E6E6E"/>
                </a:solidFill>
                <a:latin typeface="Calibri"/>
              </a:rPr>
              <a:t>Zero ScriptTag API — pure Theme App Extension, signed App Proxy, safe webhooks.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PRODUCT · STOREFRONT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What shoppers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pic>
        <p:nvPicPr>
          <p:cNvPr id="6" name="Picture 5" descr="04_storefro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2217420" cy="12472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Cascading selector</a:t>
            </a:r>
          </a:p>
        </p:txBody>
      </p:sp>
      <p:pic>
        <p:nvPicPr>
          <p:cNvPr id="8" name="Picture 7" descr="07_storefront_coll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2103120"/>
            <a:ext cx="2217420" cy="12472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5186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Filtered collection</a:t>
            </a:r>
          </a:p>
        </p:txBody>
      </p:sp>
      <p:pic>
        <p:nvPicPr>
          <p:cNvPr id="10" name="Picture 9" descr="08_storefront_pd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217420" cy="124729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440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Fitment badge on PDP</a:t>
            </a:r>
          </a:p>
        </p:txBody>
      </p:sp>
      <p:pic>
        <p:nvPicPr>
          <p:cNvPr id="12" name="Picture 11" descr="09_storefront_ga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4206240"/>
            <a:ext cx="2217420" cy="124729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45186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My Garage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PRODUCT · MERCHANT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What merchants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pic>
        <p:nvPicPr>
          <p:cNvPr id="6" name="Picture 5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2217420" cy="12472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Command center</a:t>
            </a:r>
          </a:p>
        </p:txBody>
      </p:sp>
      <p:pic>
        <p:nvPicPr>
          <p:cNvPr id="8" name="Picture 7" descr="03_fitment_ru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2103120"/>
            <a:ext cx="2217420" cy="12472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5186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Fitment matrix</a:t>
            </a:r>
          </a:p>
        </p:txBody>
      </p:sp>
      <p:pic>
        <p:nvPicPr>
          <p:cNvPr id="10" name="Picture 9" descr="06_bulk_im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217420" cy="124729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440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Bulk import</a:t>
            </a:r>
          </a:p>
        </p:txBody>
      </p:sp>
      <p:pic>
        <p:nvPicPr>
          <p:cNvPr id="12" name="Picture 11" descr="10_admin_syn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4206240"/>
            <a:ext cx="2217420" cy="124729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45186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Sync monitor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TRUST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Safe, multi-tenant, App-Store ready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Standard OAuth 2.0 with encrypted tokens and per-shop data isolation.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HMAC-SHA256 verification on every App Proxy and webhook request (constant-time).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rack-attack throttling and CSP frame-ancestors locked to myshopify.com.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Full GDPR coverage: data-request, redact, and shop/redact handlers plus a public privacy policy.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TECHNOLOGY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Engineering-grade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Rails 7.1 · Ruby 3.2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PostgreSQL cache · SQLite dev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Polaris · ERB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Shopify &amp;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shopify_app 22 · GraphQL API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Theme App Extension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Sidekiq 7 + Redis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61288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4148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RSpec 7 · FactoryBot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RuboCop · Bullet · CI on push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Auto-deploy to Fly.io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foundation built to grow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Shopify Billing API for recurring and one-time plans.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Supersession &amp; OE-number matching for a richer part engine.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Fitment confidence scoring and smarter universal/exact priority.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White-label theming, translations, and merchant analytics.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BUILD · PROVENANCE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Built entirely with free AI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058400" cy="27432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82A2E"/>
                </a:solidFill>
                <a:latin typeface="Calibri"/>
              </a:rPr>
              <a:t>Designed, coded, and documented using no paid AI models, APIs, or commercial tooling. That ceiling is deliberate — it proves what free tooling already achieves, and sets up the next stage for a rapid leap forward.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READY WHEN YOU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Let's take the next step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Try the live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3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Explore the merchant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02335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Open the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59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Both the live storefront and merchant admin are running right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